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9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00B135-BE3A-C6FC-73AD-A25FD7C64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6610785F-46D7-65FE-3790-E86C27C56C9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059452C-BBC1-AB51-2378-5B2529332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F24CDC4-B76C-0D08-F728-E7D32163D8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778237A-C5B4-2D54-79CB-8308CB373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74913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23949A4-AB0D-A297-EC7B-09297120B0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EB0D4B7-C5CB-C164-95E8-90817E517C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0528A9-3846-3C7B-C2C0-6BB89125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1DA2E17B-4F7B-C870-4188-91B439F07E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D13E4A9-597C-9BA4-9759-7B9A5C2952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3595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20CC27-DCC1-DE46-7B1F-2D38155B5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D002AED7-3ED4-A51D-CA08-3918B8453E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37D0B23-2AF1-7462-EA6B-1169964A4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AF56EF1-2CBF-3759-D20A-7C1F9B4BC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AD4139F-22AD-A04B-DBEC-CEF2A6EE1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167937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112AB42-F6AD-68E0-CB3C-10F0923396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D990DF5-0A8F-EEB0-16E4-F4CB6A937C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37EA53F5-A665-193B-1774-348FE47CB7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066B6734-4D06-0104-9159-B6DC8675AF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870B3AFE-C14A-78B7-EEF7-13C62B7C1E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B6D1475-6725-4FA6-E7FA-1B6243829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2922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5EAC7E-7F07-28E3-93C6-47489A26A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3ADB8EF4-E2A2-43CF-6194-7D8F311959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62BA99B2-7B10-F798-FB9C-E870141693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41E25A6A-D58B-0AC4-5FA3-C0EEBA3BF2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B9C6F235-74F3-F265-34CC-4EACCC48657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A0E71059-5F20-81F5-D7AA-3E4119A7A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6ED07562-1B9A-F38F-F99B-5582BEF02F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066E73F-6F3A-7DAD-1EAB-23F0B61DCC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76905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37626D5-7EBB-4694-99E3-711287DBD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28BE9207-6508-78C9-C4E7-3D92E0FFA4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93C7CDCA-698D-3EF7-F3CA-2098E898D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F737ED77-B933-1F5A-5B28-98B6010C49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584415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1B17F084-44C9-5A0C-CA6B-3069354F0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8A04FE8-D462-C365-1C78-9609AB055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B11BB851-A051-A9F7-5C0B-0F9301527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817656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CA580C-20D3-448D-9D8E-F4831051F4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B16D224-6E0A-14B9-FB2E-030C8927A8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D892D4DB-7070-5238-782E-85A78ECD0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5437B1D-E010-C46A-E85E-513D089C8B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7FBC9A6-5D3C-5DBC-ACA3-36C589BF14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3877525F-A47F-32FC-30E8-540A25E6CA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882458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89707D8-A644-DF06-CCF6-5C82DFB43C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B10A221C-35B2-7D01-2B14-A4EBDD24AC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83B722D1-1381-8D21-FD1C-120CB3063E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0BA2ACB-7AE6-D7AF-D6C8-61C1C6C4D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A47EDB1D-B7A8-2247-12DF-89118B3E6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823E16C-B707-9EE8-DB32-8630C29DB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8727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25123B6-1476-D38B-74FD-D2B3E098AF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9C573FC5-65E6-68B3-8DF5-031A9911F1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2984100A-44A6-71DF-B08F-703689957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6CF8C88-A9EB-DA02-128A-9D6CC0BBB7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E2C45EA-5D64-AC32-D70E-5D9582EB7E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161615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7164C233-3B21-513C-C1CD-DE1FE1A9C2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AB5B9FA-32D1-341A-913E-90B513570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B991BAD7-6950-A4AE-9319-04075FB8F9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C4F52B-F200-4271-BF0E-6C807838CA0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7F66DF7-173D-BBDC-DE1F-D552C8B327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E02C07F6-C1C4-13C1-A7BF-5960E510B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DA6C82F-252A-46B0-B5F1-D1537E8591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6899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6F19594-ECC4-E286-784F-1D7E7FF3E3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21B1394A-7438-2E5A-8E67-1BB6DB5587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F2FE939-F7E7-C93D-AAF5-25AF834D6F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3C4F52B-F200-4271-BF0E-6C807838CA08}" type="datetimeFigureOut">
              <a:rPr lang="ru-RU" smtClean="0"/>
              <a:t>28.04.2026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0F6110F-7D7D-32ED-CAD1-8B88F69AD1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FFC03A-CDBA-AD0A-BAD7-4826749534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A6C82F-252A-46B0-B5F1-D1537E85916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3081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6ABD967-8216-3411-C67F-CBBCA4FD6D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50264" y="1744155"/>
            <a:ext cx="9144000" cy="1655762"/>
          </a:xfrm>
        </p:spPr>
        <p:txBody>
          <a:bodyPr/>
          <a:lstStyle/>
          <a:p>
            <a:r>
              <a:rPr lang="ru-RU" dirty="0"/>
              <a:t>Формульный калькулятор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4C273D6D-D798-EE32-43E2-5E18625E83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99488" y="5202238"/>
            <a:ext cx="9144000" cy="1655762"/>
          </a:xfrm>
        </p:spPr>
        <p:txBody>
          <a:bodyPr/>
          <a:lstStyle/>
          <a:p>
            <a:r>
              <a:rPr lang="ru-RU" dirty="0"/>
              <a:t> </a:t>
            </a:r>
          </a:p>
          <a:p>
            <a:r>
              <a:rPr lang="ru-RU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164627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46FA70-FEC8-6DB2-38CF-061819740A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Основная информация о проекте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507BC7F-4E52-E613-F4A9-9B37824C6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Этот калькулятор будет рассчитывать формулы которые вы сами внесёте , чтобы не было лишних формул и было легко разобраться . Также можно будет вводит значения чтобы потом их использовать в постоянной основе например</a:t>
            </a:r>
            <a:r>
              <a:rPr lang="en-US" dirty="0"/>
              <a:t>:</a:t>
            </a:r>
            <a:r>
              <a:rPr lang="ru-RU" dirty="0"/>
              <a:t> </a:t>
            </a:r>
            <a:r>
              <a:rPr lang="el-GR" b="1" i="1" dirty="0"/>
              <a:t>π</a:t>
            </a:r>
            <a:r>
              <a:rPr lang="el-GR" dirty="0"/>
              <a:t> </a:t>
            </a:r>
            <a:r>
              <a:rPr lang="en-US" dirty="0"/>
              <a:t> =</a:t>
            </a:r>
            <a:r>
              <a:rPr lang="ru-RU" dirty="0"/>
              <a:t> 3,14 . И если ранее введённые формулы или значения больше не нужны то их можно просто удалить.</a:t>
            </a:r>
          </a:p>
        </p:txBody>
      </p:sp>
    </p:spTree>
    <p:extLst>
      <p:ext uri="{BB962C8B-B14F-4D97-AF65-F5344CB8AC3E}">
        <p14:creationId xmlns:p14="http://schemas.microsoft.com/office/powerpoint/2010/main" val="4338125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4A7F3AA-F7CB-E7A5-09E1-CD9112AE5B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реализации</a:t>
            </a:r>
            <a:r>
              <a:rPr lang="en-US" dirty="0"/>
              <a:t>: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E90B75CB-C78C-A6F7-B8AB-11366A2F75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</a:t>
            </a:r>
            <a:r>
              <a:rPr lang="ru-RU" dirty="0"/>
              <a:t>делать калькулятор максимально удобным , придумать идеи.</a:t>
            </a:r>
          </a:p>
          <a:p>
            <a:r>
              <a:rPr lang="ru-RU" dirty="0"/>
              <a:t>Написать код и исправить ошибки параллельно добавляя что-то новое.</a:t>
            </a:r>
          </a:p>
          <a:p>
            <a:r>
              <a:rPr lang="ru-RU" dirty="0"/>
              <a:t>Довести код и идею до максимального удобства.</a:t>
            </a:r>
          </a:p>
        </p:txBody>
      </p:sp>
    </p:spTree>
    <p:extLst>
      <p:ext uri="{BB962C8B-B14F-4D97-AF65-F5344CB8AC3E}">
        <p14:creationId xmlns:p14="http://schemas.microsoft.com/office/powerpoint/2010/main" val="5606447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F7D6E68-1946-8C9C-EEDE-785788FC3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Пики продаж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084E56F0-29C7-5D4E-918E-58B28E5616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91175"/>
            <a:ext cx="10515600" cy="5001700"/>
          </a:xfrm>
        </p:spPr>
        <p:txBody>
          <a:bodyPr>
            <a:normAutofit lnSpcReduction="10000"/>
          </a:bodyPr>
          <a:lstStyle/>
          <a:p>
            <a:r>
              <a:rPr lang="ru-RU" dirty="0"/>
              <a:t>Основные продажи будут в начале учёбы , когда все начинают учить новые формулы , переменные и т.д.</a:t>
            </a:r>
          </a:p>
          <a:p>
            <a:r>
              <a:rPr lang="ru-RU" dirty="0"/>
              <a:t>Также покупать будут перед важными экзаменами , если не получается запоминать формулы , и как раз для этого можно купить калькулятор чтобы не забивать его лишней информацией и удобно решать задачи для практики.</a:t>
            </a:r>
          </a:p>
          <a:p>
            <a:r>
              <a:rPr lang="ru-RU" dirty="0"/>
              <a:t>Продавать калькулятор можно в интернет магазинах или же на собственном сайте в будущем.</a:t>
            </a:r>
          </a:p>
          <a:p>
            <a:r>
              <a:rPr lang="ru-RU" dirty="0"/>
              <a:t>В целом создание калькулятора относительно недорогое ведь исходный код уже есть и остаётся только придумать для него корпус и перенести туда рабочий код .Так что калькулятор не будет превышать стоимость </a:t>
            </a:r>
            <a:r>
              <a:rPr lang="ru-RU"/>
              <a:t>150 рублей.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8930844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196</Words>
  <Application>Microsoft Office PowerPoint</Application>
  <PresentationFormat>Широкоэкранный</PresentationFormat>
  <Paragraphs>14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Тема Office</vt:lpstr>
      <vt:lpstr>Формульный калькулятор</vt:lpstr>
      <vt:lpstr>Основная информация о проекте</vt:lpstr>
      <vt:lpstr>Схема реализации:</vt:lpstr>
      <vt:lpstr>Пики продаж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</dc:creator>
  <cp:lastModifiedBy>Dan</cp:lastModifiedBy>
  <cp:revision>3</cp:revision>
  <dcterms:created xsi:type="dcterms:W3CDTF">2026-03-24T02:05:53Z</dcterms:created>
  <dcterms:modified xsi:type="dcterms:W3CDTF">2026-04-28T15:47:15Z</dcterms:modified>
</cp:coreProperties>
</file>