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4F52B-F200-4271-BF0E-6C807838CA0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C82F-252A-46B0-B5F1-D1537E859168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50264" y="1744155"/>
            <a:ext cx="9144000" cy="1655762"/>
          </a:xfrm>
        </p:spPr>
        <p:txBody>
          <a:bodyPr/>
          <a:lstStyle/>
          <a:p>
            <a:r>
              <a:rPr lang="ru-RU" dirty="0"/>
              <a:t>Формульный калькулятор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999488" y="5202238"/>
            <a:ext cx="9144000" cy="1655762"/>
          </a:xfrm>
        </p:spPr>
        <p:txBody>
          <a:bodyPr/>
          <a:lstStyle/>
          <a:p>
            <a:r>
              <a:rPr lang="ru-RU" dirty="0"/>
              <a:t> </a:t>
            </a:r>
            <a:endParaRPr lang="ru-RU" dirty="0"/>
          </a:p>
          <a:p>
            <a:r>
              <a:rPr lang="ru-RU" dirty="0"/>
              <a:t> </a:t>
            </a:r>
            <a:endParaRPr lang="ru-RU" dirty="0"/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9931400" y="5506720"/>
            <a:ext cx="21551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ru-RU" altLang="ru-RU"/>
              <a:t>Дворнов Даниил</a:t>
            </a:r>
            <a:endParaRPr lang="ru-RU" altLang="ru-RU"/>
          </a:p>
          <a:p>
            <a:r>
              <a:rPr lang="ru-RU" altLang="ru-RU"/>
              <a:t>П-61</a:t>
            </a:r>
            <a:endParaRPr lang="ru-RU" altLang="ru-RU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информация о проекте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Этот калькулятор будет рассчитывать формулы которые вы сами внесёте , чтобы не было лишних формул и было легко разобраться . Также можно будет вводит значения чтобы потом их использовать в постоянной основе например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l-GR" b="1" i="1" dirty="0"/>
              <a:t>π</a:t>
            </a:r>
            <a:r>
              <a:rPr lang="el-GR" dirty="0"/>
              <a:t> </a:t>
            </a:r>
            <a:r>
              <a:rPr lang="en-US" dirty="0"/>
              <a:t> =</a:t>
            </a:r>
            <a:r>
              <a:rPr lang="ru-RU" dirty="0"/>
              <a:t> 3,14 . И если ранее введённые формулы или значения больше не нужны то их можно просто удалить.</a:t>
            </a:r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реализации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/>
              <a:t>делать калькулятор максимально удобным , придумать идеи.</a:t>
            </a:r>
            <a:endParaRPr lang="ru-RU" dirty="0"/>
          </a:p>
          <a:p>
            <a:r>
              <a:rPr lang="ru-RU" dirty="0"/>
              <a:t>Написать код и исправить ошибки параллельно добавляя что-то новое.</a:t>
            </a:r>
            <a:endParaRPr lang="ru-RU" dirty="0"/>
          </a:p>
          <a:p>
            <a:r>
              <a:rPr lang="ru-RU" dirty="0"/>
              <a:t>Довести код и идею до максимального удобства.</a:t>
            </a:r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Пики продаж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50017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Основные продажи будут в начале учёбы , когда все начинают учить новые формулы , переменные и т.д.</a:t>
            </a:r>
            <a:endParaRPr lang="ru-RU" dirty="0"/>
          </a:p>
          <a:p>
            <a:r>
              <a:rPr lang="ru-RU" dirty="0"/>
              <a:t>Также покупать будут перед важными экзаменами , если не получается запоминать формулы , и как раз для этого можно купить калькулятор чтобы не забивать его лишней информацией и удобно решать задачи для практики.</a:t>
            </a:r>
            <a:endParaRPr lang="ru-RU" dirty="0"/>
          </a:p>
          <a:p>
            <a:r>
              <a:rPr lang="ru-RU" dirty="0"/>
              <a:t>Продавать калькулятор можно в интернет магазинах или же на собственном сайте в будущем.</a:t>
            </a:r>
            <a:endParaRPr lang="ru-RU" dirty="0"/>
          </a:p>
          <a:p>
            <a:r>
              <a:rPr lang="ru-RU" dirty="0"/>
              <a:t>В целом создание калькулятора относительно недорогое ведь исходный код уже есть и остаётся только придумать для него корпус и перенести туда рабочий код .Так что калькулятор не будет превышать стоимость </a:t>
            </a:r>
            <a:r>
              <a:rPr lang="ru-RU"/>
              <a:t>150 рублей.</a:t>
            </a:r>
            <a:endParaRPr lang="ru-RU" dirty="0"/>
          </a:p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1192</Words>
  <Application>WPS Presentation</Application>
  <PresentationFormat>Широкоэкранный</PresentationFormat>
  <Paragraphs>26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Тема Office</vt:lpstr>
      <vt:lpstr>Формульный калькулятор</vt:lpstr>
      <vt:lpstr>Основная информация о проекте</vt:lpstr>
      <vt:lpstr>Схема реализации:</vt:lpstr>
      <vt:lpstr>Пики продаж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</dc:creator>
  <cp:lastModifiedBy>Unicum_student</cp:lastModifiedBy>
  <cp:revision>4</cp:revision>
  <dcterms:created xsi:type="dcterms:W3CDTF">2026-03-24T02:05:00Z</dcterms:created>
  <dcterms:modified xsi:type="dcterms:W3CDTF">2026-04-29T01:54:32Z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B03A7FCA36B8446F9B0FE325531A97B6_12</vt:lpwstr>
  </property>
  <property fmtid="{D5CDD505-2E9C-101B-9397-08002B2CF9AE}" pid="3" name="KSOProductBuildVer">
    <vt:lpwstr>1049-12.1.0.25862</vt:lpwstr>
  </property>
</Properties>
</file>